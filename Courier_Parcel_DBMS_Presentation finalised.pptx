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43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Akshaya introduces the team and the project title (10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Akshaya: state the problem, objectives, scope and users in about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Srinidhi: walk through entities, keys, relationships, cardinality (1:N, N:1, 1:1) and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Srinidhi: show how the ER model maps to tables and why every table is in 3NF.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Srinidhi: UNF has a multi-valued ScanEvents column. 1NF makes every value atomic (one row per scan). 2NF removes partial dependency: CustomerName, ServiceName and BaseRate depend only on BookingID, not on the full key (BookingID, ScanType).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Srinidhi: in the 2NF BOOKING table, CustomerName depends on CustomerID and ServiceName/BaseRate depend on ServiceID, which are non-key attributes (transitive dependencies). Split them into CUSTOMER and SERVICE_TYPE so every non-key attribute depends only on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Sahasra: run these live in MySQL. Point out PRIMARY KEY, FOREIGN KEY, UNIQUE, NOT NULL, CHECK and DEFAULT. Full script is in the .sql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Sahasra: insert at least 5 records per table. Show SELECT * after inserting to prove the data is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Sahasra: first query shows a 3-table JOIN, second shows COUNT/SUM with GROUP BY and ORDER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Akshaya: live demo. Insert a booking, view it, delete a record; after each action show the change in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member may be asked about any part of the project - everyone should know the whole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" cy="21031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4173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Parcel Booking and Tracking Management System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Database Management System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Akshaya  |  Srinidhi  |  Sahasra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 - Final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05156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5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 cannot give reliable end-to-end tracking of parcel booking, routing, scanning, delivery and payment.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2606040" cy="4114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6974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parcel, booking and payment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via scan events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business rules in the database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64408" y="2148840"/>
            <a:ext cx="2606040" cy="4114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64408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310128" y="26974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charge calculation, routing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assignment, delivery and failed attempts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delayed shipments, branch load, revenue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71616" y="2148840"/>
            <a:ext cx="2606040" cy="4114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71616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17336" y="26974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staff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600" dirty="0"/>
          </a:p>
        </p:txBody>
      </p:sp>
      <p:pic>
        <p:nvPicPr>
          <p:cNvPr id="6" name="Image 0" descr="/mnt/user-data/uploads/179125892362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8229600" cy="446037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46621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Customer, Branch, Hub, Service Type, Parcel, Booking, Route, Vehicle, Delivery Agent, Scan Event, Delivery Attempt, Payment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and Normalization (3NF)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212080" cy="373075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CustomerID, ParcelID, ServiceID, Origin/DestBranchID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/ VEHICLE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RouteID / VehicleID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Source/DestHubID, VehicleID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SCAN_EVENT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ParcelID, LocationID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DELIVERY_ATTEMPT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ParcelID, AgentID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9436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141732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atomic values, no repeating groups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no partial dependency on composite keys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no transitive dependency; service rates in SERVICE_TYPE, branch details in BRANCH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data split into its own tables to avoid redundancy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1NF and 2NF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914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(UNF): multi-valued ScanEvents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206240" cy="12877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Booked, In Transit, Delivered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Booked, In Transit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754880" y="914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atomic values, key = (BookingID, ScanType)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4023360" cy="15697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ScanType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Text 6"/>
          <p:cNvSpPr txBox="1"/>
          <p:nvPr/>
        </p:nvSpPr>
        <p:spPr>
          <a:xfrm>
            <a:off x="365760" y="2816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partial dependency removed (BookingID -&gt; CustomerName, ServiceName, BaseRate)</a:t>
            </a:r>
            <a:endParaRPr lang="en-US" sz="12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4206240" cy="71323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108960"/>
          <a:ext cx="4023360" cy="14264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 (PK, FK)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ScanType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36576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4754880" y="4572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SCAN_EVENT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3NF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BOOKING: transitive dependencies exist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7132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65760" y="2011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BookingID -&gt; CustomerID -&gt; CustomerName     and     BookingID -&gt; ServiceID -&gt; ServiceName, BaseRate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65760" y="2514600"/>
            <a:ext cx="84124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5760" y="26060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every non-key attribute depends only on its table's key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2468880" cy="71323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8"/>
          <p:cNvSpPr txBox="1"/>
          <p:nvPr/>
        </p:nvSpPr>
        <p:spPr>
          <a:xfrm>
            <a:off x="301752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SERVICE_TYPE</a:t>
            </a:r>
            <a:endParaRPr lang="en-US" sz="12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3200400"/>
          <a:ext cx="2834640" cy="71323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ServiceID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03504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5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200400"/>
          <a:ext cx="2743200" cy="8564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 (PK)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 (FK)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ServiceID (FK)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SCAN_EVENT (BookingID, ScanType) is already in 3NF. No redundancy remains, and updates, inserts and deletes no longer cause anomalies.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Table Creation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4206240" cy="363016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353312"/>
            <a:ext cx="393192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courier_db;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courier_db;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AUTO_INCREMENT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FirstName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SERVICE_TYPE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ServiceID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AUTO_INCREMENT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ServiceName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BaseRate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(BaseRate &gt;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 with constraints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261872"/>
            <a:ext cx="4023360" cy="363016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353312"/>
            <a:ext cx="374904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BOOKING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BookingID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AUTO_INCREMENT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BookingDate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'Booked'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WeightKg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(WeightKg &gt;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ServiceID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(CustomerID)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CUSTOMER(CustomerID),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(ServiceID)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SERVICE_TYPE(ServiceID)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Records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960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(5 records)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4480560" cy="280720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353312"/>
            <a:ext cx="42062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(FirstName, Email, Phone)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'Ravi'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'ravi@mail.com'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'9876500001'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'Anu'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'anu@mail.com'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'9876500002'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'Meena'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'meena@mail.com'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'9876500003'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'Kiran'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'kiran@mail.com'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'9876500004'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'Priya'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'priya@mail.com'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'9876500005'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(5 records)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0" y="1261872"/>
            <a:ext cx="3749040" cy="280720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1353312"/>
            <a:ext cx="347472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(BookingDate, WeightKg,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CustomerID, ServiceID)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'2026-10-01'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'2026-10-01'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'2026-10-02'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'2026-10-02'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'2026-10-03'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is used for every other table (minimum 5 records each). The complete script is in the .sql file.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Queries: Join and Aggregate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Join: booking with customer and service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8412480" cy="13898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353312"/>
            <a:ext cx="8138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b.BookingID, c.FirstName, s.ServiceName, b.Status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BOOKING 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 c    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b.CustomerID = c.CustomerID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SERVICE_TYPE s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b.ServiceID  = s.ServiceID;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Aggregate: bookings and revenue per branch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090672"/>
            <a:ext cx="8412480" cy="18470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182112"/>
            <a:ext cx="8138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br.BranchName,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(b.BookingID)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Bookings,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(p.Amount)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Revenue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BOOKING 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br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b.OriginBranchID = br.BranchID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PAYMENT p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p.BookingID = b.BookingID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br.BranchName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Revenue </a:t>
            </a: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Demo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14173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parcel, charge is calculated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4173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46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parcel and scan history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9240" y="14173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349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record, validated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6656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1417320"/>
            <a:ext cx="54864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452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change in MySQL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front-end connected to MySQL  |  input validation  |  screenshots of every screen (before and after) in the Presentation folder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1354</Words>
  <Application>Microsoft Office PowerPoint</Application>
  <PresentationFormat>On-screen Show (16:9)</PresentationFormat>
  <Paragraphs>298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Courier Parcel Booking and Tracking DBMS</dc:title>
  <dc:subject>PptxGenJS Presentation</dc:subject>
  <dc:creator>PptxGenJS</dc:creator>
  <cp:lastModifiedBy>SRINIDHI REDDY</cp:lastModifiedBy>
  <cp:revision>2</cp:revision>
  <dcterms:created xsi:type="dcterms:W3CDTF">2026-10-06T04:01:17Z</dcterms:created>
  <dcterms:modified xsi:type="dcterms:W3CDTF">2026-10-06T04:05:12Z</dcterms:modified>
</cp:coreProperties>
</file>